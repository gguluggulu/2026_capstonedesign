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4384000" cy="13716000"/>
  <p:notesSz cx="6858000" cy="9144000"/>
  <p:embeddedFontLst>
    <p:embeddedFont>
      <p:font typeface="Gmarket Sans Medium"/>
      <p:regular r:id="rId19"/>
    </p:embeddedFont>
    <p:embeddedFont>
      <p:font typeface="조선굴림체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.fntdata" Type="http://schemas.openxmlformats.org/officeDocument/2006/relationships/font"/><Relationship Id="rId2" Target="presProps.xml" Type="http://schemas.openxmlformats.org/officeDocument/2006/relationships/presProps"/><Relationship Id="rId20" Target="fonts/font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19.png" Type="http://schemas.openxmlformats.org/officeDocument/2006/relationships/image"/><Relationship Id="rId19" Target="../media/image20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3.png" Type="http://schemas.openxmlformats.org/officeDocument/2006/relationships/image"/><Relationship Id="rId20" Target="../media/image43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1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12" Target="../media/image51.png" Type="http://schemas.openxmlformats.org/officeDocument/2006/relationships/image"/><Relationship Id="rId13" Target="../media/image52.png" Type="http://schemas.openxmlformats.org/officeDocument/2006/relationships/image"/><Relationship Id="rId2" Target="../media/image3.png" Type="http://schemas.openxmlformats.org/officeDocument/2006/relationships/image"/><Relationship Id="rId3" Target="../media/image44.png" Type="http://schemas.openxmlformats.org/officeDocument/2006/relationships/image"/><Relationship Id="rId4" Target="../media/image5.png" Type="http://schemas.openxmlformats.org/officeDocument/2006/relationships/image"/><Relationship Id="rId5" Target="../media/image21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png" Type="http://schemas.openxmlformats.org/officeDocument/2006/relationships/image"/><Relationship Id="rId2" Target="../media/image3.png" Type="http://schemas.openxmlformats.org/officeDocument/2006/relationships/image"/><Relationship Id="rId3" Target="../media/image53.png" Type="http://schemas.openxmlformats.org/officeDocument/2006/relationships/image"/><Relationship Id="rId4" Target="../media/image5.png" Type="http://schemas.openxmlformats.org/officeDocument/2006/relationships/image"/><Relationship Id="rId5" Target="../media/image21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8.png" Type="http://schemas.openxmlformats.org/officeDocument/2006/relationships/image"/><Relationship Id="rId5" Target="../media/image21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2" Target="../media/image3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21.png" Type="http://schemas.openxmlformats.org/officeDocument/2006/relationships/image"/><Relationship Id="rId6" Target="../media/image59.png" Type="http://schemas.openxmlformats.org/officeDocument/2006/relationships/image"/><Relationship Id="rId7" Target="../media/image66.png" Type="http://schemas.openxmlformats.org/officeDocument/2006/relationships/image"/><Relationship Id="rId8" Target="../media/image67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21.png" Type="http://schemas.openxmlformats.org/officeDocument/2006/relationships/image"/><Relationship Id="rId6" Target="../media/image5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2" Target="../media/image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21.png" Type="http://schemas.openxmlformats.org/officeDocument/2006/relationships/image"/><Relationship Id="rId6" Target="../media/image59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13" Target="../media/image87.png" Type="http://schemas.openxmlformats.org/officeDocument/2006/relationships/image"/><Relationship Id="rId14" Target="../media/image88.png" Type="http://schemas.openxmlformats.org/officeDocument/2006/relationships/image"/><Relationship Id="rId15" Target="../media/image89.png" Type="http://schemas.openxmlformats.org/officeDocument/2006/relationships/image"/><Relationship Id="rId16" Target="../media/image90.png" Type="http://schemas.openxmlformats.org/officeDocument/2006/relationships/image"/><Relationship Id="rId17" Target="../media/image91.png" Type="http://schemas.openxmlformats.org/officeDocument/2006/relationships/image"/><Relationship Id="rId18" Target="../media/image92.png" Type="http://schemas.openxmlformats.org/officeDocument/2006/relationships/image"/><Relationship Id="rId19" Target="../media/image93.png" Type="http://schemas.openxmlformats.org/officeDocument/2006/relationships/image"/><Relationship Id="rId2" Target="../media/image3.png" Type="http://schemas.openxmlformats.org/officeDocument/2006/relationships/image"/><Relationship Id="rId20" Target="../media/image94.png" Type="http://schemas.openxmlformats.org/officeDocument/2006/relationships/image"/><Relationship Id="rId21" Target="../media/image95.png" Type="http://schemas.openxmlformats.org/officeDocument/2006/relationships/image"/><Relationship Id="rId22" Target="../media/image96.png" Type="http://schemas.openxmlformats.org/officeDocument/2006/relationships/image"/><Relationship Id="rId23" Target="../media/image97.png" Type="http://schemas.openxmlformats.org/officeDocument/2006/relationships/image"/><Relationship Id="rId24" Target="../media/image98.png" Type="http://schemas.openxmlformats.org/officeDocument/2006/relationships/image"/><Relationship Id="rId25" Target="../media/image99.png" Type="http://schemas.openxmlformats.org/officeDocument/2006/relationships/image"/><Relationship Id="rId26" Target="../media/image100.png" Type="http://schemas.openxmlformats.org/officeDocument/2006/relationships/image"/><Relationship Id="rId27" Target="../media/image101.png" Type="http://schemas.openxmlformats.org/officeDocument/2006/relationships/image"/><Relationship Id="rId3" Target="../media/image4.png" Type="http://schemas.openxmlformats.org/officeDocument/2006/relationships/image"/><Relationship Id="rId4" Target="../media/image28.png" Type="http://schemas.openxmlformats.org/officeDocument/2006/relationships/image"/><Relationship Id="rId5" Target="../media/image21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8.png" Type="http://schemas.openxmlformats.org/officeDocument/2006/relationships/image"/><Relationship Id="rId5" Target="../media/image10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8.png" Type="http://schemas.openxmlformats.org/officeDocument/2006/relationships/image"/><Relationship Id="rId5" Target="../media/image10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533400"/>
            <a:ext cx="24384000" cy="15849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036800" y="10579100"/>
            <a:ext cx="9347200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88900" y="10883900"/>
            <a:ext cx="8191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88900" y="8547100"/>
            <a:ext cx="81915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88900" y="6223000"/>
            <a:ext cx="81915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429000" y="10896600"/>
            <a:ext cx="81915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429000" y="8559800"/>
            <a:ext cx="81915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429000" y="6248400"/>
            <a:ext cx="81915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300200" y="9817100"/>
            <a:ext cx="3721100" cy="1193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0" y="9817100"/>
            <a:ext cx="800100" cy="124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106400" y="7505700"/>
            <a:ext cx="6731000" cy="1193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081000" y="7480300"/>
            <a:ext cx="800100" cy="1244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868400" y="5194300"/>
            <a:ext cx="6731000" cy="1193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081000" y="5168900"/>
            <a:ext cx="800100" cy="1244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724400" y="9677400"/>
            <a:ext cx="3708400" cy="1193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708400" y="9842500"/>
            <a:ext cx="800100" cy="1244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229100" y="7467600"/>
            <a:ext cx="4203700" cy="1193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708400" y="7505700"/>
            <a:ext cx="800100" cy="1244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902200" y="5067300"/>
            <a:ext cx="1676400" cy="1193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721100" y="5194300"/>
            <a:ext cx="800100" cy="1244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204200" y="2247900"/>
            <a:ext cx="7988300" cy="1968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633200" y="12065000"/>
            <a:ext cx="11430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2933700"/>
            <a:ext cx="19837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1130300"/>
            <a:ext cx="53721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95600" y="4216400"/>
            <a:ext cx="18592800" cy="1752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908300" y="8864600"/>
            <a:ext cx="185547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1480800" y="6667500"/>
            <a:ext cx="1409700" cy="148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33200" y="12065000"/>
            <a:ext cx="11430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2933700"/>
            <a:ext cx="19837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1130300"/>
            <a:ext cx="53721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9000" y="4419600"/>
            <a:ext cx="22606000" cy="4876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479800" y="7239000"/>
            <a:ext cx="1511300" cy="1193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867400" y="8204200"/>
            <a:ext cx="8343900" cy="1193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354800" y="7239000"/>
            <a:ext cx="4305300" cy="2159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946400" y="9715500"/>
            <a:ext cx="2667000" cy="114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399999">
            <a:off x="9182100" y="10198100"/>
            <a:ext cx="1714500" cy="114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20713700" y="10083800"/>
            <a:ext cx="1727200" cy="330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441700" y="11315700"/>
            <a:ext cx="1676400" cy="130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245600" y="11315700"/>
            <a:ext cx="1676400" cy="1308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0739100" y="11315700"/>
            <a:ext cx="1676400" cy="1308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633200" y="12065000"/>
            <a:ext cx="1143000" cy="1079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89000" y="8204200"/>
            <a:ext cx="1778000" cy="1193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838200" y="10223500"/>
            <a:ext cx="1752600" cy="114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22300" y="11315700"/>
            <a:ext cx="250190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2933700"/>
            <a:ext cx="19837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1130300"/>
            <a:ext cx="53721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76500" y="3657600"/>
            <a:ext cx="19634200" cy="863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76500" y="5232400"/>
            <a:ext cx="19456400" cy="693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391400" y="5283200"/>
            <a:ext cx="4775200" cy="447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094200" y="5283200"/>
            <a:ext cx="4787900" cy="444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268200" y="5283200"/>
            <a:ext cx="4775200" cy="444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527300" y="5295900"/>
            <a:ext cx="4775200" cy="443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633200" y="12065000"/>
            <a:ext cx="11430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2933700"/>
            <a:ext cx="19837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1130300"/>
            <a:ext cx="53721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76500" y="3657600"/>
            <a:ext cx="19634200" cy="863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63800" y="5232400"/>
            <a:ext cx="19456400" cy="683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33200" y="12065000"/>
            <a:ext cx="1143000" cy="1079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489200" y="5232400"/>
            <a:ext cx="9652000" cy="5410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242800" y="5257800"/>
            <a:ext cx="9652000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2933700"/>
            <a:ext cx="19837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1130300"/>
            <a:ext cx="89662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90800" y="4483100"/>
            <a:ext cx="19189700" cy="1727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16200" y="9728200"/>
            <a:ext cx="19151600" cy="175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1480800" y="7226300"/>
            <a:ext cx="1409700" cy="148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33200" y="12065000"/>
            <a:ext cx="11430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2933700"/>
            <a:ext cx="19837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1130300"/>
            <a:ext cx="89662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314700" y="4660900"/>
            <a:ext cx="17754600" cy="863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08400" y="9931400"/>
            <a:ext cx="169799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1480800" y="7200900"/>
            <a:ext cx="1409700" cy="148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33200" y="12065000"/>
            <a:ext cx="11430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2933700"/>
            <a:ext cx="19837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1130300"/>
            <a:ext cx="89662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08400" y="4241800"/>
            <a:ext cx="16979900" cy="1727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492500" y="9918700"/>
            <a:ext cx="17399000" cy="175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1480800" y="7200900"/>
            <a:ext cx="1409700" cy="148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33200" y="12065000"/>
            <a:ext cx="11430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2933700"/>
            <a:ext cx="19837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1130300"/>
            <a:ext cx="89662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505200" y="4241800"/>
            <a:ext cx="17640300" cy="1727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492500" y="9918700"/>
            <a:ext cx="17399000" cy="88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1480800" y="7200900"/>
            <a:ext cx="1409700" cy="148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33200" y="12065000"/>
            <a:ext cx="15113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2933700"/>
            <a:ext cx="19837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1130300"/>
            <a:ext cx="78359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730500" y="3683000"/>
            <a:ext cx="4902200" cy="217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073900" y="3683000"/>
            <a:ext cx="5232400" cy="2184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747500" y="3683000"/>
            <a:ext cx="5232400" cy="2184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421100" y="3683000"/>
            <a:ext cx="5232400" cy="2184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4724400" y="6134100"/>
            <a:ext cx="241300" cy="431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4724400" y="6388100"/>
            <a:ext cx="241300" cy="431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9563100" y="6134100"/>
            <a:ext cx="241300" cy="431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9563100" y="6388100"/>
            <a:ext cx="241300" cy="431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340100" y="4318000"/>
            <a:ext cx="2540000" cy="1066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806700" y="8699500"/>
            <a:ext cx="4089400" cy="2222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394700" y="4318000"/>
            <a:ext cx="2578100" cy="1066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414500" y="6134100"/>
            <a:ext cx="2413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414500" y="6388100"/>
            <a:ext cx="241300" cy="431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496800" y="8699500"/>
            <a:ext cx="4152900" cy="3022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246100" y="4318000"/>
            <a:ext cx="2578100" cy="1066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9253200" y="6134100"/>
            <a:ext cx="241300" cy="431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9253200" y="6388100"/>
            <a:ext cx="241300" cy="431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348200" y="8699500"/>
            <a:ext cx="4229100" cy="3022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7754600" y="4318000"/>
            <a:ext cx="2819400" cy="1066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730500" y="7124700"/>
            <a:ext cx="4229100" cy="1130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639800" y="7213600"/>
            <a:ext cx="1790700" cy="558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569200" y="7124700"/>
            <a:ext cx="4229100" cy="1130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717800" y="6845300"/>
            <a:ext cx="4241800" cy="1270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407900" y="7124700"/>
            <a:ext cx="4229100" cy="1130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2420600" y="6845300"/>
            <a:ext cx="4241800" cy="1270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259300" y="7086600"/>
            <a:ext cx="4229100" cy="11303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259300" y="7188200"/>
            <a:ext cx="4241800" cy="990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633200" y="12065000"/>
            <a:ext cx="1511300" cy="1079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7632700" y="8699500"/>
            <a:ext cx="4152900" cy="302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543800" y="7213600"/>
            <a:ext cx="42418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877300" y="5651500"/>
            <a:ext cx="66167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CDCD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571500"/>
            <a:ext cx="23342600" cy="12560300"/>
          </a:xfrm>
          <a:prstGeom prst="rect">
            <a:avLst/>
          </a:prstGeom>
          <a:effectLst>
            <a:outerShdw dir="5400000" dist="0" blurRad="565382">
              <a:srgbClr val="000000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165100"/>
            <a:ext cx="8001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26600" y="165100"/>
            <a:ext cx="9906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56600" y="5651500"/>
            <a:ext cx="7670800" cy="2400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
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24384000" cy="13716000"/>
  <p:notesSz cx="6858000" cy="9144000"/>
  <p:embeddedFontLst>
    <p:embeddedFont>
      <p:font typeface="Gmarket Sans Medium"/>
      <p:regular r:id="rId20"/>
    </p:embeddedFont>
    <p:embeddedFont>
      <p:font typeface="조선굴림체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1.fntdata" Type="http://schemas.openxmlformats.org/officeDocument/2006/relationships/font"/><Relationship Id="rId21" Target="fonts/font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png" Type="http://schemas.openxmlformats.org/officeDocument/2006/relationships/image"/><Relationship Id="rId11" Target="../media/image12.png" Type="http://schemas.openxmlformats.org/officeDocument/2006/relationships/image"/><Relationship Id="rId12" Target="../media/image13.png" Type="http://schemas.openxmlformats.org/officeDocument/2006/relationships/image"/><Relationship Id="rId13" Target="../media/image14.png" Type="http://schemas.openxmlformats.org/officeDocument/2006/relationships/image"/><Relationship Id="rId14" Target="../media/image15.png" Type="http://schemas.openxmlformats.org/officeDocument/2006/relationships/image"/><Relationship Id="rId15" Target="../media/image16.png" Type="http://schemas.openxmlformats.org/officeDocument/2006/relationships/image"/><Relationship Id="rId16" Target="../media/image17.png" Type="http://schemas.openxmlformats.org/officeDocument/2006/relationships/image"/><Relationship Id="rId17" Target="../media/image18.png" Type="http://schemas.openxmlformats.org/officeDocument/2006/relationships/image"/><Relationship Id="rId18" Target="../media/image19.png" Type="http://schemas.openxmlformats.org/officeDocument/2006/relationships/image"/><Relationship Id="rId19" Target="../media/image20.png" Type="http://schemas.openxmlformats.org/officeDocument/2006/relationships/image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Relationship Id="rId6" Target="../media/image7.png" Type="http://schemas.openxmlformats.org/officeDocument/2006/relationships/image"/><Relationship Id="rId7" Target="../media/image8.png" Type="http://schemas.openxmlformats.org/officeDocument/2006/relationships/image"/><Relationship Id="rId8" Target="../media/image9.pn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png" Type="http://schemas.openxmlformats.org/officeDocument/2006/relationships/image"/><Relationship Id="rId2" Target="../media/image3.png" Type="http://schemas.openxmlformats.org/officeDocument/2006/relationships/image"/><Relationship Id="rId3" Target="../media/image21.png" Type="http://schemas.openxmlformats.org/officeDocument/2006/relationships/image"/><Relationship Id="rId4" Target="../media/image5.png" Type="http://schemas.openxmlformats.org/officeDocument/2006/relationships/image"/><Relationship Id="rId5" Target="../media/image22.png" Type="http://schemas.openxmlformats.org/officeDocument/2006/relationships/image"/><Relationship Id="rId6" Target="../media/image23.png" Type="http://schemas.openxmlformats.org/officeDocument/2006/relationships/image"/><Relationship Id="rId7" Target="../media/image24.png" Type="http://schemas.openxmlformats.org/officeDocument/2006/relationships/image"/><Relationship Id="rId8" Target="../media/image25.pn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2.png" Type="http://schemas.openxmlformats.org/officeDocument/2006/relationships/image"/><Relationship Id="rId11" Target="../media/image33.png" Type="http://schemas.openxmlformats.org/officeDocument/2006/relationships/image"/><Relationship Id="rId12" Target="../media/image34.png" Type="http://schemas.openxmlformats.org/officeDocument/2006/relationships/image"/><Relationship Id="rId13" Target="../media/image35.png" Type="http://schemas.openxmlformats.org/officeDocument/2006/relationships/image"/><Relationship Id="rId14" Target="../media/image36.png" Type="http://schemas.openxmlformats.org/officeDocument/2006/relationships/image"/><Relationship Id="rId15" Target="../media/image37.png" Type="http://schemas.openxmlformats.org/officeDocument/2006/relationships/image"/><Relationship Id="rId16" Target="../media/image38.png" Type="http://schemas.openxmlformats.org/officeDocument/2006/relationships/image"/><Relationship Id="rId17" Target="../media/image39.png" Type="http://schemas.openxmlformats.org/officeDocument/2006/relationships/image"/><Relationship Id="rId2" Target="../media/image3.png" Type="http://schemas.openxmlformats.org/officeDocument/2006/relationships/image"/><Relationship Id="rId3" Target="../media/image21.png" Type="http://schemas.openxmlformats.org/officeDocument/2006/relationships/image"/><Relationship Id="rId4" Target="../media/image5.png" Type="http://schemas.openxmlformats.org/officeDocument/2006/relationships/image"/><Relationship Id="rId5" Target="../media/image22.png" Type="http://schemas.openxmlformats.org/officeDocument/2006/relationships/image"/><Relationship Id="rId6" Target="../media/image28.png" Type="http://schemas.openxmlformats.org/officeDocument/2006/relationships/image"/><Relationship Id="rId7" Target="../media/image29.png" Type="http://schemas.openxmlformats.org/officeDocument/2006/relationships/image"/><Relationship Id="rId8" Target="../media/image30.png" Type="http://schemas.openxmlformats.org/officeDocument/2006/relationships/image"/><Relationship Id="rId9" Target="../media/image3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4.png" Type="http://schemas.openxmlformats.org/officeDocument/2006/relationships/image"/><Relationship Id="rId11" Target="../media/image45.png" Type="http://schemas.openxmlformats.org/officeDocument/2006/relationships/image"/><Relationship Id="rId12" Target="../media/image46.png" Type="http://schemas.openxmlformats.org/officeDocument/2006/relationships/image"/><Relationship Id="rId13" Target="../media/image47.png" Type="http://schemas.openxmlformats.org/officeDocument/2006/relationships/image"/><Relationship Id="rId2" Target="../media/image3.png" Type="http://schemas.openxmlformats.org/officeDocument/2006/relationships/image"/><Relationship Id="rId3" Target="../media/image21.png" Type="http://schemas.openxmlformats.org/officeDocument/2006/relationships/image"/><Relationship Id="rId4" Target="../media/image5.png" Type="http://schemas.openxmlformats.org/officeDocument/2006/relationships/image"/><Relationship Id="rId5" Target="../media/image22.png" Type="http://schemas.openxmlformats.org/officeDocument/2006/relationships/image"/><Relationship Id="rId6" Target="../media/image40.png" Type="http://schemas.openxmlformats.org/officeDocument/2006/relationships/image"/><Relationship Id="rId7" Target="../media/image41.png" Type="http://schemas.openxmlformats.org/officeDocument/2006/relationships/image"/><Relationship Id="rId8" Target="../media/image42.png" Type="http://schemas.openxmlformats.org/officeDocument/2006/relationships/image"/><Relationship Id="rId9" Target="../media/image43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1.png" Type="http://schemas.openxmlformats.org/officeDocument/2006/relationships/image"/><Relationship Id="rId11" Target="../media/image52.png" Type="http://schemas.openxmlformats.org/officeDocument/2006/relationships/image"/><Relationship Id="rId2" Target="../media/image3.png" Type="http://schemas.openxmlformats.org/officeDocument/2006/relationships/image"/><Relationship Id="rId3" Target="../media/image21.png" Type="http://schemas.openxmlformats.org/officeDocument/2006/relationships/image"/><Relationship Id="rId4" Target="../media/image48.png" Type="http://schemas.openxmlformats.org/officeDocument/2006/relationships/image"/><Relationship Id="rId5" Target="../media/image22.png" Type="http://schemas.openxmlformats.org/officeDocument/2006/relationships/image"/><Relationship Id="rId6" Target="../media/image40.png" Type="http://schemas.openxmlformats.org/officeDocument/2006/relationships/image"/><Relationship Id="rId7" Target="../media/image41.png" Type="http://schemas.openxmlformats.org/officeDocument/2006/relationships/image"/><Relationship Id="rId8" Target="../media/image49.png" Type="http://schemas.openxmlformats.org/officeDocument/2006/relationships/image"/><Relationship Id="rId9" Target="../media/image5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8.png" Type="http://schemas.openxmlformats.org/officeDocument/2006/relationships/image"/><Relationship Id="rId2" Target="../media/image3.png" Type="http://schemas.openxmlformats.org/officeDocument/2006/relationships/image"/><Relationship Id="rId3" Target="../media/image21.png" Type="http://schemas.openxmlformats.org/officeDocument/2006/relationships/image"/><Relationship Id="rId4" Target="../media/image53.png" Type="http://schemas.openxmlformats.org/officeDocument/2006/relationships/image"/><Relationship Id="rId5" Target="../media/image22.png" Type="http://schemas.openxmlformats.org/officeDocument/2006/relationships/image"/><Relationship Id="rId6" Target="../media/image54.png" Type="http://schemas.openxmlformats.org/officeDocument/2006/relationships/image"/><Relationship Id="rId7" Target="../media/image55.png" Type="http://schemas.openxmlformats.org/officeDocument/2006/relationships/image"/><Relationship Id="rId8" Target="../media/image56.png" Type="http://schemas.openxmlformats.org/officeDocument/2006/relationships/image"/><Relationship Id="rId9" Target="../media/image5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2.png" Type="http://schemas.openxmlformats.org/officeDocument/2006/relationships/image"/><Relationship Id="rId2" Target="../media/image3.png" Type="http://schemas.openxmlformats.org/officeDocument/2006/relationships/image"/><Relationship Id="rId3" Target="../media/image21.png" Type="http://schemas.openxmlformats.org/officeDocument/2006/relationships/image"/><Relationship Id="rId4" Target="../media/image53.png" Type="http://schemas.openxmlformats.org/officeDocument/2006/relationships/image"/><Relationship Id="rId5" Target="../media/image22.png" Type="http://schemas.openxmlformats.org/officeDocument/2006/relationships/image"/><Relationship Id="rId6" Target="../media/image54.png" Type="http://schemas.openxmlformats.org/officeDocument/2006/relationships/image"/><Relationship Id="rId7" Target="../media/image59.png" Type="http://schemas.openxmlformats.org/officeDocument/2006/relationships/image"/><Relationship Id="rId8" Target="../media/image60.png" Type="http://schemas.openxmlformats.org/officeDocument/2006/relationships/image"/><Relationship Id="rId9" Target="../media/image6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8.png" Type="http://schemas.openxmlformats.org/officeDocument/2006/relationships/image"/><Relationship Id="rId2" Target="../media/image3.png" Type="http://schemas.openxmlformats.org/officeDocument/2006/relationships/image"/><Relationship Id="rId3" Target="../media/image63.png" Type="http://schemas.openxmlformats.org/officeDocument/2006/relationships/image"/><Relationship Id="rId4" Target="../media/image64.png" Type="http://schemas.openxmlformats.org/officeDocument/2006/relationships/image"/><Relationship Id="rId5" Target="../media/image22.png" Type="http://schemas.openxmlformats.org/officeDocument/2006/relationships/image"/><Relationship Id="rId6" Target="../media/image54.png" Type="http://schemas.openxmlformats.org/officeDocument/2006/relationships/image"/><Relationship Id="rId7" Target="../media/image65.png" Type="http://schemas.openxmlformats.org/officeDocument/2006/relationships/image"/><Relationship Id="rId8" Target="../media/image66.png" Type="http://schemas.openxmlformats.org/officeDocument/2006/relationships/image"/><Relationship Id="rId9" Target="../media/image67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3.png" Type="http://schemas.openxmlformats.org/officeDocument/2006/relationships/image"/><Relationship Id="rId2" Target="../media/image3.png" Type="http://schemas.openxmlformats.org/officeDocument/2006/relationships/image"/><Relationship Id="rId3" Target="../media/image21.png" Type="http://schemas.openxmlformats.org/officeDocument/2006/relationships/image"/><Relationship Id="rId4" Target="../media/image69.png" Type="http://schemas.openxmlformats.org/officeDocument/2006/relationships/image"/><Relationship Id="rId5" Target="../media/image22.png" Type="http://schemas.openxmlformats.org/officeDocument/2006/relationships/image"/><Relationship Id="rId6" Target="../media/image54.png" Type="http://schemas.openxmlformats.org/officeDocument/2006/relationships/image"/><Relationship Id="rId7" Target="../media/image70.png" Type="http://schemas.openxmlformats.org/officeDocument/2006/relationships/image"/><Relationship Id="rId8" Target="../media/image71.png" Type="http://schemas.openxmlformats.org/officeDocument/2006/relationships/image"/><Relationship Id="rId9" Target="../media/image7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9.png" Type="http://schemas.openxmlformats.org/officeDocument/2006/relationships/image"/><Relationship Id="rId11" Target="../media/image80.png" Type="http://schemas.openxmlformats.org/officeDocument/2006/relationships/image"/><Relationship Id="rId12" Target="../media/image81.png" Type="http://schemas.openxmlformats.org/officeDocument/2006/relationships/image"/><Relationship Id="rId13" Target="../media/image82.png" Type="http://schemas.openxmlformats.org/officeDocument/2006/relationships/image"/><Relationship Id="rId14" Target="../media/image83.png" Type="http://schemas.openxmlformats.org/officeDocument/2006/relationships/image"/><Relationship Id="rId15" Target="../media/image84.png" Type="http://schemas.openxmlformats.org/officeDocument/2006/relationships/image"/><Relationship Id="rId16" Target="../media/image85.png" Type="http://schemas.openxmlformats.org/officeDocument/2006/relationships/image"/><Relationship Id="rId17" Target="../media/image86.png" Type="http://schemas.openxmlformats.org/officeDocument/2006/relationships/image"/><Relationship Id="rId18" Target="../media/image87.png" Type="http://schemas.openxmlformats.org/officeDocument/2006/relationships/image"/><Relationship Id="rId19" Target="../media/image88.png" Type="http://schemas.openxmlformats.org/officeDocument/2006/relationships/image"/><Relationship Id="rId2" Target="../media/image3.png" Type="http://schemas.openxmlformats.org/officeDocument/2006/relationships/image"/><Relationship Id="rId20" Target="../media/image89.png" Type="http://schemas.openxmlformats.org/officeDocument/2006/relationships/image"/><Relationship Id="rId21" Target="../media/image90.png" Type="http://schemas.openxmlformats.org/officeDocument/2006/relationships/image"/><Relationship Id="rId22" Target="../media/image91.png" Type="http://schemas.openxmlformats.org/officeDocument/2006/relationships/image"/><Relationship Id="rId23" Target="../media/image92.png" Type="http://schemas.openxmlformats.org/officeDocument/2006/relationships/image"/><Relationship Id="rId24" Target="../media/image93.png" Type="http://schemas.openxmlformats.org/officeDocument/2006/relationships/image"/><Relationship Id="rId25" Target="../media/image94.png" Type="http://schemas.openxmlformats.org/officeDocument/2006/relationships/image"/><Relationship Id="rId26" Target="../media/image95.png" Type="http://schemas.openxmlformats.org/officeDocument/2006/relationships/image"/><Relationship Id="rId3" Target="../media/image21.png" Type="http://schemas.openxmlformats.org/officeDocument/2006/relationships/image"/><Relationship Id="rId4" Target="../media/image74.png" Type="http://schemas.openxmlformats.org/officeDocument/2006/relationships/image"/><Relationship Id="rId5" Target="../media/image22.png" Type="http://schemas.openxmlformats.org/officeDocument/2006/relationships/image"/><Relationship Id="rId6" Target="../media/image75.png" Type="http://schemas.openxmlformats.org/officeDocument/2006/relationships/image"/><Relationship Id="rId7" Target="../media/image76.png" Type="http://schemas.openxmlformats.org/officeDocument/2006/relationships/image"/><Relationship Id="rId8" Target="../media/image77.png" Type="http://schemas.openxmlformats.org/officeDocument/2006/relationships/image"/><Relationship Id="rId9" Target="../media/image7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0.png" Type="http://schemas.openxmlformats.org/officeDocument/2006/relationships/image"/><Relationship Id="rId11" Target="../media/image79.png" Type="http://schemas.openxmlformats.org/officeDocument/2006/relationships/image"/><Relationship Id="rId12" Target="../media/image101.png" Type="http://schemas.openxmlformats.org/officeDocument/2006/relationships/image"/><Relationship Id="rId13" Target="../media/image80.png" Type="http://schemas.openxmlformats.org/officeDocument/2006/relationships/image"/><Relationship Id="rId14" Target="../media/image81.png" Type="http://schemas.openxmlformats.org/officeDocument/2006/relationships/image"/><Relationship Id="rId15" Target="../media/image82.png" Type="http://schemas.openxmlformats.org/officeDocument/2006/relationships/image"/><Relationship Id="rId16" Target="../media/image102.png" Type="http://schemas.openxmlformats.org/officeDocument/2006/relationships/image"/><Relationship Id="rId17" Target="../media/image84.png" Type="http://schemas.openxmlformats.org/officeDocument/2006/relationships/image"/><Relationship Id="rId18" Target="../media/image85.png" Type="http://schemas.openxmlformats.org/officeDocument/2006/relationships/image"/><Relationship Id="rId19" Target="../media/image86.png" Type="http://schemas.openxmlformats.org/officeDocument/2006/relationships/image"/><Relationship Id="rId2" Target="../media/image3.png" Type="http://schemas.openxmlformats.org/officeDocument/2006/relationships/image"/><Relationship Id="rId20" Target="../media/image87.png" Type="http://schemas.openxmlformats.org/officeDocument/2006/relationships/image"/><Relationship Id="rId21" Target="../media/image88.png" Type="http://schemas.openxmlformats.org/officeDocument/2006/relationships/image"/><Relationship Id="rId22" Target="../media/image95.png" Type="http://schemas.openxmlformats.org/officeDocument/2006/relationships/image"/><Relationship Id="rId23" Target="../media/image89.png" Type="http://schemas.openxmlformats.org/officeDocument/2006/relationships/image"/><Relationship Id="rId24" Target="../media/image103.png" Type="http://schemas.openxmlformats.org/officeDocument/2006/relationships/image"/><Relationship Id="rId25" Target="../media/image90.png" Type="http://schemas.openxmlformats.org/officeDocument/2006/relationships/image"/><Relationship Id="rId26" Target="../media/image91.png" Type="http://schemas.openxmlformats.org/officeDocument/2006/relationships/image"/><Relationship Id="rId27" Target="../media/image92.png" Type="http://schemas.openxmlformats.org/officeDocument/2006/relationships/image"/><Relationship Id="rId28" Target="../media/image104.png" Type="http://schemas.openxmlformats.org/officeDocument/2006/relationships/image"/><Relationship Id="rId3" Target="../media/image96.png" Type="http://schemas.openxmlformats.org/officeDocument/2006/relationships/image"/><Relationship Id="rId4" Target="../media/image5.png" Type="http://schemas.openxmlformats.org/officeDocument/2006/relationships/image"/><Relationship Id="rId5" Target="../media/image22.png" Type="http://schemas.openxmlformats.org/officeDocument/2006/relationships/image"/><Relationship Id="rId6" Target="../media/image75.png" Type="http://schemas.openxmlformats.org/officeDocument/2006/relationships/image"/><Relationship Id="rId7" Target="../media/image97.png" Type="http://schemas.openxmlformats.org/officeDocument/2006/relationships/image"/><Relationship Id="rId8" Target="../media/image98.png" Type="http://schemas.openxmlformats.org/officeDocument/2006/relationships/image"/><Relationship Id="rId9" Target="../media/image99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1.png" Type="http://schemas.openxmlformats.org/officeDocument/2006/relationships/image"/><Relationship Id="rId4" Target="../media/image5.png" Type="http://schemas.openxmlformats.org/officeDocument/2006/relationships/image"/><Relationship Id="rId5" Target="../media/image105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21.png" Type="http://schemas.openxmlformats.org/officeDocument/2006/relationships/image"/><Relationship Id="rId4" Target="../media/image106.png" Type="http://schemas.openxmlformats.org/officeDocument/2006/relationships/image"/><Relationship Id="rId5" Target="../media/image10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FFFFFF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0" y="-533400"/>
            <a:ext cx="24384000" cy="158496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5036800" y="10579100"/>
            <a:ext cx="9347200" cy="2616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DCDCDC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520700" y="571500"/>
            <a:ext cx="23342600" cy="12560300"/>
          </a:xfrm>
          <a:prstGeom prst="rect">
            <a:avLst/>
          </a:prstGeom>
          <a:effectLst>
            <a:outerShdw dir="5400000" dist="0" blurRad="565382">
              <a:srgbClr val="000000">
                <a:alpha val="30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66800" y="165100"/>
            <a:ext cx="800100" cy="14986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2326600" y="165100"/>
            <a:ext cx="990600" cy="1498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2788900" y="10883900"/>
            <a:ext cx="81915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2788900" y="8547100"/>
            <a:ext cx="8191500" cy="254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2788900" y="6223000"/>
            <a:ext cx="8191500" cy="254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3429000" y="10896600"/>
            <a:ext cx="8191500" cy="254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3429000" y="8559800"/>
            <a:ext cx="8191500" cy="254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3429000" y="6248400"/>
            <a:ext cx="8191500" cy="254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4300200" y="9817100"/>
            <a:ext cx="3721100" cy="11938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13081000" y="9817100"/>
            <a:ext cx="800100" cy="12446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3106400" y="7505700"/>
            <a:ext cx="6731000" cy="11938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3081000" y="7480300"/>
            <a:ext cx="800100" cy="1244600"/>
          </a:xfrm>
          <a:prstGeom prst="rect">
            <a:avLst/>
          </a:prstGeom>
        </p:spPr>
      </p:pic>
      <p:pic>
        <p:nvPicPr>
          <p:cNvPr name="Picture 15" id="15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3868400" y="5194300"/>
            <a:ext cx="6731000" cy="11938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3081000" y="5168900"/>
            <a:ext cx="800100" cy="12446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4724400" y="9677400"/>
            <a:ext cx="3708400" cy="1193800"/>
          </a:xfrm>
          <a:prstGeom prst="rect">
            <a:avLst/>
          </a:prstGeom>
        </p:spPr>
      </p:pic>
      <p:pic>
        <p:nvPicPr>
          <p:cNvPr name="Picture 18" id="18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3708400" y="9842500"/>
            <a:ext cx="800100" cy="1244600"/>
          </a:xfrm>
          <a:prstGeom prst="rect">
            <a:avLst/>
          </a:prstGeom>
        </p:spPr>
      </p:pic>
      <p:pic>
        <p:nvPicPr>
          <p:cNvPr name="Picture 19" id="19"/>
          <p:cNvPicPr>
            <a:picLocks noChangeAspect="true"/>
          </p:cNvPicPr>
          <p:nvPr/>
        </p:nvPicPr>
        <p:blipFill>
          <a:blip r:embed="rId14"/>
          <a:stretch>
            <a:fillRect/>
          </a:stretch>
        </p:blipFill>
        <p:spPr>
          <a:xfrm rot="0">
            <a:off x="4229100" y="7467600"/>
            <a:ext cx="4203700" cy="1193800"/>
          </a:xfrm>
          <a:prstGeom prst="rect">
            <a:avLst/>
          </a:prstGeom>
        </p:spPr>
      </p:pic>
      <p:pic>
        <p:nvPicPr>
          <p:cNvPr name="Picture 20" id="20"/>
          <p:cNvPicPr>
            <a:picLocks noChangeAspect="true"/>
          </p:cNvPicPr>
          <p:nvPr/>
        </p:nvPicPr>
        <p:blipFill>
          <a:blip r:embed="rId15"/>
          <a:stretch>
            <a:fillRect/>
          </a:stretch>
        </p:blipFill>
        <p:spPr>
          <a:xfrm rot="0">
            <a:off x="3708400" y="7505700"/>
            <a:ext cx="800100" cy="1244600"/>
          </a:xfrm>
          <a:prstGeom prst="rect">
            <a:avLst/>
          </a:prstGeom>
        </p:spPr>
      </p:pic>
      <p:pic>
        <p:nvPicPr>
          <p:cNvPr name="Picture 21" id="21"/>
          <p:cNvPicPr>
            <a:picLocks noChangeAspect="true"/>
          </p:cNvPicPr>
          <p:nvPr/>
        </p:nvPicPr>
        <p:blipFill>
          <a:blip r:embed="rId16"/>
          <a:stretch>
            <a:fillRect/>
          </a:stretch>
        </p:blipFill>
        <p:spPr>
          <a:xfrm rot="0">
            <a:off x="4902200" y="5067300"/>
            <a:ext cx="1676400" cy="1193800"/>
          </a:xfrm>
          <a:prstGeom prst="rect">
            <a:avLst/>
          </a:prstGeom>
        </p:spPr>
      </p:pic>
      <p:pic>
        <p:nvPicPr>
          <p:cNvPr name="Picture 22" id="22"/>
          <p:cNvPicPr>
            <a:picLocks noChangeAspect="true"/>
          </p:cNvPicPr>
          <p:nvPr/>
        </p:nvPicPr>
        <p:blipFill>
          <a:blip r:embed="rId17"/>
          <a:stretch>
            <a:fillRect/>
          </a:stretch>
        </p:blipFill>
        <p:spPr>
          <a:xfrm rot="0">
            <a:off x="3721100" y="5194300"/>
            <a:ext cx="800100" cy="1244600"/>
          </a:xfrm>
          <a:prstGeom prst="rect">
            <a:avLst/>
          </a:prstGeom>
        </p:spPr>
      </p:pic>
      <p:pic>
        <p:nvPicPr>
          <p:cNvPr name="Picture 23" id="23"/>
          <p:cNvPicPr>
            <a:picLocks noChangeAspect="true"/>
          </p:cNvPicPr>
          <p:nvPr/>
        </p:nvPicPr>
        <p:blipFill>
          <a:blip r:embed="rId18"/>
          <a:stretch>
            <a:fillRect/>
          </a:stretch>
        </p:blipFill>
        <p:spPr>
          <a:xfrm rot="0">
            <a:off x="8204200" y="2247900"/>
            <a:ext cx="7988300" cy="1968500"/>
          </a:xfrm>
          <a:prstGeom prst="rect">
            <a:avLst/>
          </a:prstGeom>
        </p:spPr>
      </p:pic>
      <p:pic>
        <p:nvPicPr>
          <p:cNvPr name="Picture 24" id="24"/>
          <p:cNvPicPr>
            <a:picLocks noChangeAspect="true"/>
          </p:cNvPicPr>
          <p:nvPr/>
        </p:nvPicPr>
        <p:blipFill>
          <a:blip r:embed="rId19"/>
          <a:stretch>
            <a:fillRect/>
          </a:stretch>
        </p:blipFill>
        <p:spPr>
          <a:xfrm rot="0">
            <a:off x="11633200" y="12065000"/>
            <a:ext cx="1143000" cy="1079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DCDCDC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520700" y="571500"/>
            <a:ext cx="23342600" cy="12560300"/>
          </a:xfrm>
          <a:prstGeom prst="rect">
            <a:avLst/>
          </a:prstGeom>
          <a:effectLst>
            <a:outerShdw dir="5400000" dist="0" blurRad="565382">
              <a:srgbClr val="000000">
                <a:alpha val="30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66800" y="165100"/>
            <a:ext cx="800100" cy="14986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2326600" y="165100"/>
            <a:ext cx="990600" cy="1498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273300" y="2933700"/>
            <a:ext cx="198374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2438400" y="1130300"/>
            <a:ext cx="5372100" cy="1828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2895600" y="4216400"/>
            <a:ext cx="18592800" cy="17526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2908300" y="8864600"/>
            <a:ext cx="18554700" cy="17272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11480800" y="6667500"/>
            <a:ext cx="1409700" cy="14859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1633200" y="12065000"/>
            <a:ext cx="1143000" cy="1079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DCDCDC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520700" y="571500"/>
            <a:ext cx="23342600" cy="12560300"/>
          </a:xfrm>
          <a:prstGeom prst="rect">
            <a:avLst/>
          </a:prstGeom>
          <a:effectLst>
            <a:outerShdw dir="5400000" dist="0" blurRad="565382">
              <a:srgbClr val="000000">
                <a:alpha val="30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66800" y="165100"/>
            <a:ext cx="800100" cy="14986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2326600" y="165100"/>
            <a:ext cx="990600" cy="1498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273300" y="2933700"/>
            <a:ext cx="198374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2438400" y="1130300"/>
            <a:ext cx="5372100" cy="1828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89000" y="4419600"/>
            <a:ext cx="22606000" cy="48768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3479800" y="7239000"/>
            <a:ext cx="1511300" cy="11938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5867400" y="8204200"/>
            <a:ext cx="8343900" cy="11938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9354800" y="7239000"/>
            <a:ext cx="4305300" cy="21590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2946400" y="9715500"/>
            <a:ext cx="2667000" cy="1143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5399999">
            <a:off x="9182100" y="10198100"/>
            <a:ext cx="1714500" cy="1143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5400000">
            <a:off x="20713700" y="10083800"/>
            <a:ext cx="1727200" cy="3302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14"/>
          <a:stretch>
            <a:fillRect/>
          </a:stretch>
        </p:blipFill>
        <p:spPr>
          <a:xfrm rot="0">
            <a:off x="3441700" y="11315700"/>
            <a:ext cx="1676400" cy="1308100"/>
          </a:xfrm>
          <a:prstGeom prst="rect">
            <a:avLst/>
          </a:prstGeom>
        </p:spPr>
      </p:pic>
      <p:pic>
        <p:nvPicPr>
          <p:cNvPr name="Picture 15" id="15"/>
          <p:cNvPicPr>
            <a:picLocks noChangeAspect="true"/>
          </p:cNvPicPr>
          <p:nvPr/>
        </p:nvPicPr>
        <p:blipFill>
          <a:blip r:embed="rId15"/>
          <a:stretch>
            <a:fillRect/>
          </a:stretch>
        </p:blipFill>
        <p:spPr>
          <a:xfrm rot="0">
            <a:off x="9245600" y="11315700"/>
            <a:ext cx="1676400" cy="13081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6"/>
          <a:stretch>
            <a:fillRect/>
          </a:stretch>
        </p:blipFill>
        <p:spPr>
          <a:xfrm rot="0">
            <a:off x="20739100" y="11315700"/>
            <a:ext cx="1676400" cy="13081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17"/>
          <a:stretch>
            <a:fillRect/>
          </a:stretch>
        </p:blipFill>
        <p:spPr>
          <a:xfrm rot="0">
            <a:off x="11633200" y="12065000"/>
            <a:ext cx="1143000" cy="1079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DCDCDC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520700" y="571500"/>
            <a:ext cx="23342600" cy="12560300"/>
          </a:xfrm>
          <a:prstGeom prst="rect">
            <a:avLst/>
          </a:prstGeom>
          <a:effectLst>
            <a:outerShdw dir="5400000" dist="0" blurRad="565382">
              <a:srgbClr val="000000">
                <a:alpha val="30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66800" y="165100"/>
            <a:ext cx="800100" cy="14986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2326600" y="165100"/>
            <a:ext cx="990600" cy="1498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273300" y="2933700"/>
            <a:ext cx="198374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2438400" y="1130300"/>
            <a:ext cx="5372100" cy="1828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2476500" y="3657600"/>
            <a:ext cx="19634200" cy="8636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2476500" y="5232400"/>
            <a:ext cx="19456400" cy="69342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7391400" y="5283200"/>
            <a:ext cx="4775200" cy="44704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7094200" y="5283200"/>
            <a:ext cx="4787900" cy="44450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2268200" y="5283200"/>
            <a:ext cx="4775200" cy="44450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2527300" y="5295900"/>
            <a:ext cx="4775200" cy="44323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11633200" y="12065000"/>
            <a:ext cx="1143000" cy="1079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DCDCDC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520700" y="571500"/>
            <a:ext cx="23342600" cy="12560300"/>
          </a:xfrm>
          <a:prstGeom prst="rect">
            <a:avLst/>
          </a:prstGeom>
          <a:effectLst>
            <a:outerShdw dir="5400000" dist="0" blurRad="565382">
              <a:srgbClr val="000000">
                <a:alpha val="30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66800" y="165100"/>
            <a:ext cx="800100" cy="14986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2326600" y="165100"/>
            <a:ext cx="990600" cy="1498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273300" y="2933700"/>
            <a:ext cx="198374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2438400" y="1130300"/>
            <a:ext cx="5372100" cy="1828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2476500" y="3657600"/>
            <a:ext cx="19634200" cy="8636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2463800" y="5232400"/>
            <a:ext cx="19456400" cy="68326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1633200" y="12065000"/>
            <a:ext cx="1143000" cy="10795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2489200" y="5232400"/>
            <a:ext cx="9652000" cy="54102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2242800" y="5257800"/>
            <a:ext cx="9652000" cy="53721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DCDCDC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520700" y="571500"/>
            <a:ext cx="23342600" cy="12560300"/>
          </a:xfrm>
          <a:prstGeom prst="rect">
            <a:avLst/>
          </a:prstGeom>
          <a:effectLst>
            <a:outerShdw dir="5400000" dist="0" blurRad="565382">
              <a:srgbClr val="000000">
                <a:alpha val="30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66800" y="165100"/>
            <a:ext cx="800100" cy="14986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2326600" y="165100"/>
            <a:ext cx="990600" cy="1498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273300" y="2933700"/>
            <a:ext cx="198374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2438400" y="1130300"/>
            <a:ext cx="8966200" cy="1828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2590800" y="4483100"/>
            <a:ext cx="19189700" cy="17272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2616200" y="9728200"/>
            <a:ext cx="19151600" cy="17526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11480800" y="7226300"/>
            <a:ext cx="1409700" cy="14859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1633200" y="12065000"/>
            <a:ext cx="1143000" cy="1079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DCDCDC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520700" y="571500"/>
            <a:ext cx="23342600" cy="12560300"/>
          </a:xfrm>
          <a:prstGeom prst="rect">
            <a:avLst/>
          </a:prstGeom>
          <a:effectLst>
            <a:outerShdw dir="5400000" dist="0" blurRad="565382">
              <a:srgbClr val="000000">
                <a:alpha val="30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66800" y="165100"/>
            <a:ext cx="800100" cy="14986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2326600" y="165100"/>
            <a:ext cx="990600" cy="1498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273300" y="2933700"/>
            <a:ext cx="198374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2438400" y="1130300"/>
            <a:ext cx="8966200" cy="1828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3314700" y="4660900"/>
            <a:ext cx="17754600" cy="8636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3708400" y="9931400"/>
            <a:ext cx="16979900" cy="17272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11480800" y="7200900"/>
            <a:ext cx="1409700" cy="14859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1633200" y="12065000"/>
            <a:ext cx="1143000" cy="1079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DCDCDC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520700" y="571500"/>
            <a:ext cx="23342600" cy="12560300"/>
          </a:xfrm>
          <a:prstGeom prst="rect">
            <a:avLst/>
          </a:prstGeom>
          <a:effectLst>
            <a:outerShdw dir="5400000" dist="0" blurRad="565382">
              <a:srgbClr val="000000">
                <a:alpha val="30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66800" y="165100"/>
            <a:ext cx="800100" cy="14986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2326600" y="165100"/>
            <a:ext cx="990600" cy="1498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273300" y="2933700"/>
            <a:ext cx="198374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2438400" y="1130300"/>
            <a:ext cx="8966200" cy="1828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3708400" y="4241800"/>
            <a:ext cx="16979900" cy="17272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3492500" y="9918700"/>
            <a:ext cx="17399000" cy="17526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11480800" y="7200900"/>
            <a:ext cx="1409700" cy="14859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1633200" y="12065000"/>
            <a:ext cx="1143000" cy="1079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DCDCDC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520700" y="571500"/>
            <a:ext cx="23342600" cy="12560300"/>
          </a:xfrm>
          <a:prstGeom prst="rect">
            <a:avLst/>
          </a:prstGeom>
          <a:effectLst>
            <a:outerShdw dir="5400000" dist="0" blurRad="565382">
              <a:srgbClr val="000000">
                <a:alpha val="30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66800" y="165100"/>
            <a:ext cx="800100" cy="14986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2326600" y="165100"/>
            <a:ext cx="990600" cy="1498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273300" y="2933700"/>
            <a:ext cx="198374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2438400" y="1130300"/>
            <a:ext cx="8966200" cy="1828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3505200" y="4241800"/>
            <a:ext cx="17640300" cy="17272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3492500" y="9918700"/>
            <a:ext cx="17399000" cy="8890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11480800" y="7200900"/>
            <a:ext cx="1409700" cy="14859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1633200" y="12065000"/>
            <a:ext cx="1511300" cy="1079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DCDCDC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520700" y="571500"/>
            <a:ext cx="23342600" cy="12560300"/>
          </a:xfrm>
          <a:prstGeom prst="rect">
            <a:avLst/>
          </a:prstGeom>
          <a:effectLst>
            <a:outerShdw dir="5400000" dist="0" blurRad="565382">
              <a:srgbClr val="000000">
                <a:alpha val="30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66800" y="165100"/>
            <a:ext cx="800100" cy="14986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2326600" y="165100"/>
            <a:ext cx="990600" cy="1498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273300" y="2933700"/>
            <a:ext cx="198374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2438400" y="1130300"/>
            <a:ext cx="7835900" cy="1828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2730500" y="3683000"/>
            <a:ext cx="4902200" cy="21717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7073900" y="3683000"/>
            <a:ext cx="5232400" cy="21844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1747500" y="3683000"/>
            <a:ext cx="5232400" cy="21844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16421100" y="3683000"/>
            <a:ext cx="5232400" cy="21844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4724400" y="6134100"/>
            <a:ext cx="241300" cy="4318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4724400" y="6388100"/>
            <a:ext cx="241300" cy="4318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9563100" y="6134100"/>
            <a:ext cx="241300" cy="4318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9563100" y="6388100"/>
            <a:ext cx="241300" cy="431800"/>
          </a:xfrm>
          <a:prstGeom prst="rect">
            <a:avLst/>
          </a:prstGeom>
        </p:spPr>
      </p:pic>
      <p:pic>
        <p:nvPicPr>
          <p:cNvPr name="Picture 15" id="15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3340100" y="4318000"/>
            <a:ext cx="2540000" cy="10668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2806700" y="8699500"/>
            <a:ext cx="4089400" cy="22225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8394700" y="4318000"/>
            <a:ext cx="2578100" cy="1066800"/>
          </a:xfrm>
          <a:prstGeom prst="rect">
            <a:avLst/>
          </a:prstGeom>
        </p:spPr>
      </p:pic>
      <p:pic>
        <p:nvPicPr>
          <p:cNvPr name="Picture 18" id="18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14414500" y="6134100"/>
            <a:ext cx="241300" cy="431800"/>
          </a:xfrm>
          <a:prstGeom prst="rect">
            <a:avLst/>
          </a:prstGeom>
        </p:spPr>
      </p:pic>
      <p:pic>
        <p:nvPicPr>
          <p:cNvPr name="Picture 19" id="19"/>
          <p:cNvPicPr>
            <a:picLocks noChangeAspect="true"/>
          </p:cNvPicPr>
          <p:nvPr/>
        </p:nvPicPr>
        <p:blipFill>
          <a:blip r:embed="rId14"/>
          <a:stretch>
            <a:fillRect/>
          </a:stretch>
        </p:blipFill>
        <p:spPr>
          <a:xfrm rot="5400000">
            <a:off x="14414500" y="6388100"/>
            <a:ext cx="241300" cy="431800"/>
          </a:xfrm>
          <a:prstGeom prst="rect">
            <a:avLst/>
          </a:prstGeom>
        </p:spPr>
      </p:pic>
      <p:pic>
        <p:nvPicPr>
          <p:cNvPr name="Picture 20" id="20"/>
          <p:cNvPicPr>
            <a:picLocks noChangeAspect="true"/>
          </p:cNvPicPr>
          <p:nvPr/>
        </p:nvPicPr>
        <p:blipFill>
          <a:blip r:embed="rId15"/>
          <a:stretch>
            <a:fillRect/>
          </a:stretch>
        </p:blipFill>
        <p:spPr>
          <a:xfrm rot="0">
            <a:off x="12496800" y="8699500"/>
            <a:ext cx="4152900" cy="3022600"/>
          </a:xfrm>
          <a:prstGeom prst="rect">
            <a:avLst/>
          </a:prstGeom>
        </p:spPr>
      </p:pic>
      <p:pic>
        <p:nvPicPr>
          <p:cNvPr name="Picture 21" id="21"/>
          <p:cNvPicPr>
            <a:picLocks noChangeAspect="true"/>
          </p:cNvPicPr>
          <p:nvPr/>
        </p:nvPicPr>
        <p:blipFill>
          <a:blip r:embed="rId16"/>
          <a:stretch>
            <a:fillRect/>
          </a:stretch>
        </p:blipFill>
        <p:spPr>
          <a:xfrm rot="0">
            <a:off x="13246100" y="4318000"/>
            <a:ext cx="2578100" cy="1066800"/>
          </a:xfrm>
          <a:prstGeom prst="rect">
            <a:avLst/>
          </a:prstGeom>
        </p:spPr>
      </p:pic>
      <p:pic>
        <p:nvPicPr>
          <p:cNvPr name="Picture 22" id="22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19253200" y="6134100"/>
            <a:ext cx="241300" cy="431800"/>
          </a:xfrm>
          <a:prstGeom prst="rect">
            <a:avLst/>
          </a:prstGeom>
        </p:spPr>
      </p:pic>
      <p:pic>
        <p:nvPicPr>
          <p:cNvPr name="Picture 23" id="23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19253200" y="6388100"/>
            <a:ext cx="241300" cy="431800"/>
          </a:xfrm>
          <a:prstGeom prst="rect">
            <a:avLst/>
          </a:prstGeom>
        </p:spPr>
      </p:pic>
      <p:pic>
        <p:nvPicPr>
          <p:cNvPr name="Picture 24" id="24"/>
          <p:cNvPicPr>
            <a:picLocks noChangeAspect="true"/>
          </p:cNvPicPr>
          <p:nvPr/>
        </p:nvPicPr>
        <p:blipFill>
          <a:blip r:embed="rId17"/>
          <a:stretch>
            <a:fillRect/>
          </a:stretch>
        </p:blipFill>
        <p:spPr>
          <a:xfrm rot="0">
            <a:off x="17348200" y="8699500"/>
            <a:ext cx="4229100" cy="3022600"/>
          </a:xfrm>
          <a:prstGeom prst="rect">
            <a:avLst/>
          </a:prstGeom>
        </p:spPr>
      </p:pic>
      <p:pic>
        <p:nvPicPr>
          <p:cNvPr name="Picture 25" id="25"/>
          <p:cNvPicPr>
            <a:picLocks noChangeAspect="true"/>
          </p:cNvPicPr>
          <p:nvPr/>
        </p:nvPicPr>
        <p:blipFill>
          <a:blip r:embed="rId18"/>
          <a:stretch>
            <a:fillRect/>
          </a:stretch>
        </p:blipFill>
        <p:spPr>
          <a:xfrm rot="0">
            <a:off x="17754600" y="4318000"/>
            <a:ext cx="2819400" cy="1066800"/>
          </a:xfrm>
          <a:prstGeom prst="rect">
            <a:avLst/>
          </a:prstGeom>
        </p:spPr>
      </p:pic>
      <p:pic>
        <p:nvPicPr>
          <p:cNvPr name="Picture 26" id="26"/>
          <p:cNvPicPr>
            <a:picLocks noChangeAspect="true"/>
          </p:cNvPicPr>
          <p:nvPr/>
        </p:nvPicPr>
        <p:blipFill>
          <a:blip r:embed="rId19"/>
          <a:stretch>
            <a:fillRect/>
          </a:stretch>
        </p:blipFill>
        <p:spPr>
          <a:xfrm rot="0">
            <a:off x="2730500" y="7124700"/>
            <a:ext cx="4229100" cy="1130300"/>
          </a:xfrm>
          <a:prstGeom prst="rect">
            <a:avLst/>
          </a:prstGeom>
        </p:spPr>
      </p:pic>
      <p:pic>
        <p:nvPicPr>
          <p:cNvPr name="Picture 27" id="27"/>
          <p:cNvPicPr>
            <a:picLocks noChangeAspect="true"/>
          </p:cNvPicPr>
          <p:nvPr/>
        </p:nvPicPr>
        <p:blipFill>
          <a:blip r:embed="rId20"/>
          <a:stretch>
            <a:fillRect/>
          </a:stretch>
        </p:blipFill>
        <p:spPr>
          <a:xfrm rot="0">
            <a:off x="13639800" y="7213600"/>
            <a:ext cx="1790700" cy="558800"/>
          </a:xfrm>
          <a:prstGeom prst="rect">
            <a:avLst/>
          </a:prstGeom>
        </p:spPr>
      </p:pic>
      <p:pic>
        <p:nvPicPr>
          <p:cNvPr name="Picture 28" id="28"/>
          <p:cNvPicPr>
            <a:picLocks noChangeAspect="true"/>
          </p:cNvPicPr>
          <p:nvPr/>
        </p:nvPicPr>
        <p:blipFill>
          <a:blip r:embed="rId19"/>
          <a:stretch>
            <a:fillRect/>
          </a:stretch>
        </p:blipFill>
        <p:spPr>
          <a:xfrm rot="0">
            <a:off x="7569200" y="7124700"/>
            <a:ext cx="4229100" cy="1130300"/>
          </a:xfrm>
          <a:prstGeom prst="rect">
            <a:avLst/>
          </a:prstGeom>
        </p:spPr>
      </p:pic>
      <p:pic>
        <p:nvPicPr>
          <p:cNvPr name="Picture 29" id="29"/>
          <p:cNvPicPr>
            <a:picLocks noChangeAspect="true"/>
          </p:cNvPicPr>
          <p:nvPr/>
        </p:nvPicPr>
        <p:blipFill>
          <a:blip r:embed="rId21"/>
          <a:stretch>
            <a:fillRect/>
          </a:stretch>
        </p:blipFill>
        <p:spPr>
          <a:xfrm rot="0">
            <a:off x="2717800" y="6845300"/>
            <a:ext cx="4241800" cy="1270000"/>
          </a:xfrm>
          <a:prstGeom prst="rect">
            <a:avLst/>
          </a:prstGeom>
        </p:spPr>
      </p:pic>
      <p:pic>
        <p:nvPicPr>
          <p:cNvPr name="Picture 30" id="30"/>
          <p:cNvPicPr>
            <a:picLocks noChangeAspect="true"/>
          </p:cNvPicPr>
          <p:nvPr/>
        </p:nvPicPr>
        <p:blipFill>
          <a:blip r:embed="rId19"/>
          <a:stretch>
            <a:fillRect/>
          </a:stretch>
        </p:blipFill>
        <p:spPr>
          <a:xfrm rot="0">
            <a:off x="12407900" y="7124700"/>
            <a:ext cx="4229100" cy="1130300"/>
          </a:xfrm>
          <a:prstGeom prst="rect">
            <a:avLst/>
          </a:prstGeom>
        </p:spPr>
      </p:pic>
      <p:pic>
        <p:nvPicPr>
          <p:cNvPr name="Picture 31" id="31"/>
          <p:cNvPicPr>
            <a:picLocks noChangeAspect="true"/>
          </p:cNvPicPr>
          <p:nvPr/>
        </p:nvPicPr>
        <p:blipFill>
          <a:blip r:embed="rId22"/>
          <a:stretch>
            <a:fillRect/>
          </a:stretch>
        </p:blipFill>
        <p:spPr>
          <a:xfrm rot="0">
            <a:off x="12420600" y="6845300"/>
            <a:ext cx="4241800" cy="1270000"/>
          </a:xfrm>
          <a:prstGeom prst="rect">
            <a:avLst/>
          </a:prstGeom>
        </p:spPr>
      </p:pic>
      <p:pic>
        <p:nvPicPr>
          <p:cNvPr name="Picture 32" id="32"/>
          <p:cNvPicPr>
            <a:picLocks noChangeAspect="true"/>
          </p:cNvPicPr>
          <p:nvPr/>
        </p:nvPicPr>
        <p:blipFill>
          <a:blip r:embed="rId19"/>
          <a:stretch>
            <a:fillRect/>
          </a:stretch>
        </p:blipFill>
        <p:spPr>
          <a:xfrm rot="0">
            <a:off x="17259300" y="7086600"/>
            <a:ext cx="4229100" cy="1130300"/>
          </a:xfrm>
          <a:prstGeom prst="rect">
            <a:avLst/>
          </a:prstGeom>
        </p:spPr>
      </p:pic>
      <p:pic>
        <p:nvPicPr>
          <p:cNvPr name="Picture 33" id="33"/>
          <p:cNvPicPr>
            <a:picLocks noChangeAspect="true"/>
          </p:cNvPicPr>
          <p:nvPr/>
        </p:nvPicPr>
        <p:blipFill>
          <a:blip r:embed="rId23"/>
          <a:stretch>
            <a:fillRect/>
          </a:stretch>
        </p:blipFill>
        <p:spPr>
          <a:xfrm rot="0">
            <a:off x="17259300" y="7188200"/>
            <a:ext cx="4241800" cy="990600"/>
          </a:xfrm>
          <a:prstGeom prst="rect">
            <a:avLst/>
          </a:prstGeom>
        </p:spPr>
      </p:pic>
      <p:pic>
        <p:nvPicPr>
          <p:cNvPr name="Picture 34" id="34"/>
          <p:cNvPicPr>
            <a:picLocks noChangeAspect="true"/>
          </p:cNvPicPr>
          <p:nvPr/>
        </p:nvPicPr>
        <p:blipFill>
          <a:blip r:embed="rId24"/>
          <a:stretch>
            <a:fillRect/>
          </a:stretch>
        </p:blipFill>
        <p:spPr>
          <a:xfrm rot="0">
            <a:off x="11633200" y="12065000"/>
            <a:ext cx="1511300" cy="1079500"/>
          </a:xfrm>
          <a:prstGeom prst="rect">
            <a:avLst/>
          </a:prstGeom>
        </p:spPr>
      </p:pic>
      <p:pic>
        <p:nvPicPr>
          <p:cNvPr name="Picture 35" id="35"/>
          <p:cNvPicPr>
            <a:picLocks noChangeAspect="true"/>
          </p:cNvPicPr>
          <p:nvPr/>
        </p:nvPicPr>
        <p:blipFill>
          <a:blip r:embed="rId25"/>
          <a:stretch>
            <a:fillRect/>
          </a:stretch>
        </p:blipFill>
        <p:spPr>
          <a:xfrm rot="0">
            <a:off x="7632700" y="8699500"/>
            <a:ext cx="4152900" cy="3022600"/>
          </a:xfrm>
          <a:prstGeom prst="rect">
            <a:avLst/>
          </a:prstGeom>
        </p:spPr>
      </p:pic>
      <p:pic>
        <p:nvPicPr>
          <p:cNvPr name="Picture 36" id="36"/>
          <p:cNvPicPr>
            <a:picLocks noChangeAspect="true"/>
          </p:cNvPicPr>
          <p:nvPr/>
        </p:nvPicPr>
        <p:blipFill>
          <a:blip r:embed="rId26"/>
          <a:stretch>
            <a:fillRect/>
          </a:stretch>
        </p:blipFill>
        <p:spPr>
          <a:xfrm rot="0">
            <a:off x="7543800" y="7213600"/>
            <a:ext cx="4241800" cy="990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DCDCDC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520700" y="571500"/>
            <a:ext cx="23342600" cy="12560300"/>
          </a:xfrm>
          <a:prstGeom prst="rect">
            <a:avLst/>
          </a:prstGeom>
          <a:effectLst>
            <a:outerShdw dir="5400000" dist="0" blurRad="565382">
              <a:srgbClr val="000000">
                <a:alpha val="30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66800" y="165100"/>
            <a:ext cx="800100" cy="14986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2326600" y="165100"/>
            <a:ext cx="990600" cy="1498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273300" y="2933700"/>
            <a:ext cx="19837400" cy="254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2438400" y="1130300"/>
            <a:ext cx="7835900" cy="18288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2730500" y="3683000"/>
            <a:ext cx="4902200" cy="21717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7073900" y="3683000"/>
            <a:ext cx="5232400" cy="21844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11747500" y="3683000"/>
            <a:ext cx="5232400" cy="21844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16421100" y="3683000"/>
            <a:ext cx="5232400" cy="21844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4724400" y="6134100"/>
            <a:ext cx="241300" cy="4318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4724400" y="6388100"/>
            <a:ext cx="241300" cy="4318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9563100" y="6134100"/>
            <a:ext cx="241300" cy="4318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9563100" y="6388100"/>
            <a:ext cx="241300" cy="431800"/>
          </a:xfrm>
          <a:prstGeom prst="rect">
            <a:avLst/>
          </a:prstGeom>
        </p:spPr>
      </p:pic>
      <p:pic>
        <p:nvPicPr>
          <p:cNvPr name="Picture 15" id="15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2806700" y="8699500"/>
            <a:ext cx="4152900" cy="30226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3340100" y="4318000"/>
            <a:ext cx="2540000" cy="1066800"/>
          </a:xfrm>
          <a:prstGeom prst="rect">
            <a:avLst/>
          </a:prstGeom>
        </p:spPr>
      </p:pic>
      <p:pic>
        <p:nvPicPr>
          <p:cNvPr name="Picture 17" id="17"/>
          <p:cNvPicPr>
            <a:picLocks noChangeAspect="true"/>
          </p:cNvPicPr>
          <p:nvPr/>
        </p:nvPicPr>
        <p:blipFill>
          <a:blip r:embed="rId14"/>
          <a:stretch>
            <a:fillRect/>
          </a:stretch>
        </p:blipFill>
        <p:spPr>
          <a:xfrm rot="0">
            <a:off x="7658100" y="8699500"/>
            <a:ext cx="4089400" cy="2222500"/>
          </a:xfrm>
          <a:prstGeom prst="rect">
            <a:avLst/>
          </a:prstGeom>
        </p:spPr>
      </p:pic>
      <p:pic>
        <p:nvPicPr>
          <p:cNvPr name="Picture 18" id="18"/>
          <p:cNvPicPr>
            <a:picLocks noChangeAspect="true"/>
          </p:cNvPicPr>
          <p:nvPr/>
        </p:nvPicPr>
        <p:blipFill>
          <a:blip r:embed="rId15"/>
          <a:stretch>
            <a:fillRect/>
          </a:stretch>
        </p:blipFill>
        <p:spPr>
          <a:xfrm rot="0">
            <a:off x="8394700" y="4318000"/>
            <a:ext cx="2578100" cy="1066800"/>
          </a:xfrm>
          <a:prstGeom prst="rect">
            <a:avLst/>
          </a:prstGeom>
        </p:spPr>
      </p:pic>
      <p:pic>
        <p:nvPicPr>
          <p:cNvPr name="Picture 19" id="19"/>
          <p:cNvPicPr>
            <a:picLocks noChangeAspect="true"/>
          </p:cNvPicPr>
          <p:nvPr/>
        </p:nvPicPr>
        <p:blipFill>
          <a:blip r:embed="rId16"/>
          <a:stretch>
            <a:fillRect/>
          </a:stretch>
        </p:blipFill>
        <p:spPr>
          <a:xfrm rot="5400000">
            <a:off x="14414500" y="6134100"/>
            <a:ext cx="241300" cy="431800"/>
          </a:xfrm>
          <a:prstGeom prst="rect">
            <a:avLst/>
          </a:prstGeom>
        </p:spPr>
      </p:pic>
      <p:pic>
        <p:nvPicPr>
          <p:cNvPr name="Picture 20" id="20"/>
          <p:cNvPicPr>
            <a:picLocks noChangeAspect="true"/>
          </p:cNvPicPr>
          <p:nvPr/>
        </p:nvPicPr>
        <p:blipFill>
          <a:blip r:embed="rId16"/>
          <a:stretch>
            <a:fillRect/>
          </a:stretch>
        </p:blipFill>
        <p:spPr>
          <a:xfrm rot="5400000">
            <a:off x="14414500" y="6388100"/>
            <a:ext cx="241300" cy="431800"/>
          </a:xfrm>
          <a:prstGeom prst="rect">
            <a:avLst/>
          </a:prstGeom>
        </p:spPr>
      </p:pic>
      <p:pic>
        <p:nvPicPr>
          <p:cNvPr name="Picture 21" id="21"/>
          <p:cNvPicPr>
            <a:picLocks noChangeAspect="true"/>
          </p:cNvPicPr>
          <p:nvPr/>
        </p:nvPicPr>
        <p:blipFill>
          <a:blip r:embed="rId17"/>
          <a:stretch>
            <a:fillRect/>
          </a:stretch>
        </p:blipFill>
        <p:spPr>
          <a:xfrm rot="0">
            <a:off x="12496800" y="8699500"/>
            <a:ext cx="4152900" cy="3022600"/>
          </a:xfrm>
          <a:prstGeom prst="rect">
            <a:avLst/>
          </a:prstGeom>
        </p:spPr>
      </p:pic>
      <p:pic>
        <p:nvPicPr>
          <p:cNvPr name="Picture 22" id="22"/>
          <p:cNvPicPr>
            <a:picLocks noChangeAspect="true"/>
          </p:cNvPicPr>
          <p:nvPr/>
        </p:nvPicPr>
        <p:blipFill>
          <a:blip r:embed="rId18"/>
          <a:stretch>
            <a:fillRect/>
          </a:stretch>
        </p:blipFill>
        <p:spPr>
          <a:xfrm rot="0">
            <a:off x="13246100" y="4318000"/>
            <a:ext cx="2578100" cy="1066800"/>
          </a:xfrm>
          <a:prstGeom prst="rect">
            <a:avLst/>
          </a:prstGeom>
        </p:spPr>
      </p:pic>
      <p:pic>
        <p:nvPicPr>
          <p:cNvPr name="Picture 23" id="23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19253200" y="6134100"/>
            <a:ext cx="241300" cy="431800"/>
          </a:xfrm>
          <a:prstGeom prst="rect">
            <a:avLst/>
          </a:prstGeom>
        </p:spPr>
      </p:pic>
      <p:pic>
        <p:nvPicPr>
          <p:cNvPr name="Picture 24" id="24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19253200" y="6388100"/>
            <a:ext cx="241300" cy="431800"/>
          </a:xfrm>
          <a:prstGeom prst="rect">
            <a:avLst/>
          </a:prstGeom>
        </p:spPr>
      </p:pic>
      <p:pic>
        <p:nvPicPr>
          <p:cNvPr name="Picture 25" id="25"/>
          <p:cNvPicPr>
            <a:picLocks noChangeAspect="true"/>
          </p:cNvPicPr>
          <p:nvPr/>
        </p:nvPicPr>
        <p:blipFill>
          <a:blip r:embed="rId19"/>
          <a:stretch>
            <a:fillRect/>
          </a:stretch>
        </p:blipFill>
        <p:spPr>
          <a:xfrm rot="0">
            <a:off x="17348200" y="8699500"/>
            <a:ext cx="4229100" cy="3022600"/>
          </a:xfrm>
          <a:prstGeom prst="rect">
            <a:avLst/>
          </a:prstGeom>
        </p:spPr>
      </p:pic>
      <p:pic>
        <p:nvPicPr>
          <p:cNvPr name="Picture 26" id="26"/>
          <p:cNvPicPr>
            <a:picLocks noChangeAspect="true"/>
          </p:cNvPicPr>
          <p:nvPr/>
        </p:nvPicPr>
        <p:blipFill>
          <a:blip r:embed="rId20"/>
          <a:stretch>
            <a:fillRect/>
          </a:stretch>
        </p:blipFill>
        <p:spPr>
          <a:xfrm rot="0">
            <a:off x="17754600" y="4318000"/>
            <a:ext cx="2819400" cy="1066800"/>
          </a:xfrm>
          <a:prstGeom prst="rect">
            <a:avLst/>
          </a:prstGeom>
        </p:spPr>
      </p:pic>
      <p:pic>
        <p:nvPicPr>
          <p:cNvPr name="Picture 27" id="27"/>
          <p:cNvPicPr>
            <a:picLocks noChangeAspect="true"/>
          </p:cNvPicPr>
          <p:nvPr/>
        </p:nvPicPr>
        <p:blipFill>
          <a:blip r:embed="rId21"/>
          <a:stretch>
            <a:fillRect/>
          </a:stretch>
        </p:blipFill>
        <p:spPr>
          <a:xfrm rot="0">
            <a:off x="2730500" y="7124700"/>
            <a:ext cx="4229100" cy="1130300"/>
          </a:xfrm>
          <a:prstGeom prst="rect">
            <a:avLst/>
          </a:prstGeom>
        </p:spPr>
      </p:pic>
      <p:pic>
        <p:nvPicPr>
          <p:cNvPr name="Picture 28" id="28"/>
          <p:cNvPicPr>
            <a:picLocks noChangeAspect="true"/>
          </p:cNvPicPr>
          <p:nvPr/>
        </p:nvPicPr>
        <p:blipFill>
          <a:blip r:embed="rId22"/>
          <a:stretch>
            <a:fillRect/>
          </a:stretch>
        </p:blipFill>
        <p:spPr>
          <a:xfrm rot="0">
            <a:off x="2717800" y="7213600"/>
            <a:ext cx="4241800" cy="990600"/>
          </a:xfrm>
          <a:prstGeom prst="rect">
            <a:avLst/>
          </a:prstGeom>
        </p:spPr>
      </p:pic>
      <p:pic>
        <p:nvPicPr>
          <p:cNvPr name="Picture 29" id="29"/>
          <p:cNvPicPr>
            <a:picLocks noChangeAspect="true"/>
          </p:cNvPicPr>
          <p:nvPr/>
        </p:nvPicPr>
        <p:blipFill>
          <a:blip r:embed="rId23"/>
          <a:stretch>
            <a:fillRect/>
          </a:stretch>
        </p:blipFill>
        <p:spPr>
          <a:xfrm rot="0">
            <a:off x="13639800" y="7213600"/>
            <a:ext cx="1790700" cy="558800"/>
          </a:xfrm>
          <a:prstGeom prst="rect">
            <a:avLst/>
          </a:prstGeom>
        </p:spPr>
      </p:pic>
      <p:pic>
        <p:nvPicPr>
          <p:cNvPr name="Picture 30" id="30"/>
          <p:cNvPicPr>
            <a:picLocks noChangeAspect="true"/>
          </p:cNvPicPr>
          <p:nvPr/>
        </p:nvPicPr>
        <p:blipFill>
          <a:blip r:embed="rId24"/>
          <a:stretch>
            <a:fillRect/>
          </a:stretch>
        </p:blipFill>
        <p:spPr>
          <a:xfrm rot="0">
            <a:off x="7569200" y="7124700"/>
            <a:ext cx="4229100" cy="1130300"/>
          </a:xfrm>
          <a:prstGeom prst="rect">
            <a:avLst/>
          </a:prstGeom>
        </p:spPr>
      </p:pic>
      <p:pic>
        <p:nvPicPr>
          <p:cNvPr name="Picture 31" id="31"/>
          <p:cNvPicPr>
            <a:picLocks noChangeAspect="true"/>
          </p:cNvPicPr>
          <p:nvPr/>
        </p:nvPicPr>
        <p:blipFill>
          <a:blip r:embed="rId25"/>
          <a:stretch>
            <a:fillRect/>
          </a:stretch>
        </p:blipFill>
        <p:spPr>
          <a:xfrm rot="0">
            <a:off x="7569200" y="6845300"/>
            <a:ext cx="4241800" cy="1270000"/>
          </a:xfrm>
          <a:prstGeom prst="rect">
            <a:avLst/>
          </a:prstGeom>
        </p:spPr>
      </p:pic>
      <p:pic>
        <p:nvPicPr>
          <p:cNvPr name="Picture 32" id="32"/>
          <p:cNvPicPr>
            <a:picLocks noChangeAspect="true"/>
          </p:cNvPicPr>
          <p:nvPr/>
        </p:nvPicPr>
        <p:blipFill>
          <a:blip r:embed="rId24"/>
          <a:stretch>
            <a:fillRect/>
          </a:stretch>
        </p:blipFill>
        <p:spPr>
          <a:xfrm rot="0">
            <a:off x="12407900" y="7124700"/>
            <a:ext cx="4229100" cy="1130300"/>
          </a:xfrm>
          <a:prstGeom prst="rect">
            <a:avLst/>
          </a:prstGeom>
        </p:spPr>
      </p:pic>
      <p:pic>
        <p:nvPicPr>
          <p:cNvPr name="Picture 33" id="33"/>
          <p:cNvPicPr>
            <a:picLocks noChangeAspect="true"/>
          </p:cNvPicPr>
          <p:nvPr/>
        </p:nvPicPr>
        <p:blipFill>
          <a:blip r:embed="rId26"/>
          <a:stretch>
            <a:fillRect/>
          </a:stretch>
        </p:blipFill>
        <p:spPr>
          <a:xfrm rot="0">
            <a:off x="12420600" y="6845300"/>
            <a:ext cx="4241800" cy="1270000"/>
          </a:xfrm>
          <a:prstGeom prst="rect">
            <a:avLst/>
          </a:prstGeom>
        </p:spPr>
      </p:pic>
      <p:pic>
        <p:nvPicPr>
          <p:cNvPr name="Picture 34" id="34"/>
          <p:cNvPicPr>
            <a:picLocks noChangeAspect="true"/>
          </p:cNvPicPr>
          <p:nvPr/>
        </p:nvPicPr>
        <p:blipFill>
          <a:blip r:embed="rId24"/>
          <a:stretch>
            <a:fillRect/>
          </a:stretch>
        </p:blipFill>
        <p:spPr>
          <a:xfrm rot="0">
            <a:off x="17259300" y="7086600"/>
            <a:ext cx="4229100" cy="1130300"/>
          </a:xfrm>
          <a:prstGeom prst="rect">
            <a:avLst/>
          </a:prstGeom>
        </p:spPr>
      </p:pic>
      <p:pic>
        <p:nvPicPr>
          <p:cNvPr name="Picture 35" id="35"/>
          <p:cNvPicPr>
            <a:picLocks noChangeAspect="true"/>
          </p:cNvPicPr>
          <p:nvPr/>
        </p:nvPicPr>
        <p:blipFill>
          <a:blip r:embed="rId27"/>
          <a:stretch>
            <a:fillRect/>
          </a:stretch>
        </p:blipFill>
        <p:spPr>
          <a:xfrm rot="0">
            <a:off x="17259300" y="7188200"/>
            <a:ext cx="4241800" cy="990600"/>
          </a:xfrm>
          <a:prstGeom prst="rect">
            <a:avLst/>
          </a:prstGeom>
        </p:spPr>
      </p:pic>
      <p:pic>
        <p:nvPicPr>
          <p:cNvPr name="Picture 36" id="36"/>
          <p:cNvPicPr>
            <a:picLocks noChangeAspect="true"/>
          </p:cNvPicPr>
          <p:nvPr/>
        </p:nvPicPr>
        <p:blipFill>
          <a:blip r:embed="rId28"/>
          <a:stretch>
            <a:fillRect/>
          </a:stretch>
        </p:blipFill>
        <p:spPr>
          <a:xfrm rot="0">
            <a:off x="11633200" y="12065000"/>
            <a:ext cx="1511300" cy="1079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DCDCDC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520700" y="571500"/>
            <a:ext cx="23342600" cy="12560300"/>
          </a:xfrm>
          <a:prstGeom prst="rect">
            <a:avLst/>
          </a:prstGeom>
          <a:effectLst>
            <a:outerShdw dir="5400000" dist="0" blurRad="565382">
              <a:srgbClr val="000000">
                <a:alpha val="30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66800" y="165100"/>
            <a:ext cx="800100" cy="14986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2326600" y="165100"/>
            <a:ext cx="990600" cy="1498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8877300" y="5651500"/>
            <a:ext cx="6616700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 xmlns:r="http://schemas.openxmlformats.org/officeDocument/2006/relationships">
      <p:bgPr>
        <a:solidFill>
          <a:srgbClr val="DCDCDC"/>
        </a:solidFill>
      </p:bgPr>
    </p:bg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520700" y="571500"/>
            <a:ext cx="23342600" cy="12560300"/>
          </a:xfrm>
          <a:prstGeom prst="rect">
            <a:avLst/>
          </a:prstGeom>
          <a:effectLst>
            <a:outerShdw dir="5400000" dist="0" blurRad="565382">
              <a:srgbClr val="000000">
                <a:alpha val="30000"/>
              </a:srgbClr>
            </a:outerShdw>
          </a:effectLst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066800" y="165100"/>
            <a:ext cx="800100" cy="14986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2326600" y="165100"/>
            <a:ext cx="990600" cy="14986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8356600" y="5651500"/>
            <a:ext cx="7670800" cy="2400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